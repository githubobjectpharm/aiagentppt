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11247120" cy="164592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bIns="1778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Q1: Which of the following tasks may only be performed by a pharmacist?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457200"/>
            <a:ext cx="731520" cy="73152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A) Counting and labeling tablets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9184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B) Final verification of a filled prescription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C) Stocking medication shelves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5488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D) Entering patient demographics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11247120" cy="164592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bIns="1778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Q1: Which of the following tasks may only be performed by a pharmacist?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457200"/>
            <a:ext cx="731520" cy="73152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1247120" cy="32004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rIns="304800" tIns="228600" bIns="228600"/>
          <a:lstStyle/>
          <a:p>
            <a:pPr algn="l">
              <a:defRPr sz="30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  <a:p>
            <a:pPr algn="l">
              <a:defRPr sz="30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3000">
                <a:solidFill>
                  <a:srgbClr val="16161A"/>
                </a:solidFill>
                <a:latin typeface="Arial"/>
              </a:defRPr>
            </a:pPr>
            <a:r>
              <a:t>Explanation: Only pharmacists perform the final accuracy check.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11247120" cy="164592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bIns="1778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Q2: A pharmacy technician notices a possible drug interaction while entering a prescription. What should they do?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457200"/>
            <a:ext cx="731520" cy="73152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A) Change the prescription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9184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B) Ignore it if the patient used it before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C) Alert the pharmacist immediately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5488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D) Call the prescriber directly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11247120" cy="164592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bIns="1778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Q2: A pharmacy technician notices a possible drug interaction while entering a prescription. What should they do?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457200"/>
            <a:ext cx="731520" cy="73152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1247120" cy="32004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rIns="304800" tIns="228600" bIns="228600"/>
          <a:lstStyle/>
          <a:p>
            <a:pPr algn="l">
              <a:defRPr sz="3000" b="1" i="1">
                <a:solidFill>
                  <a:srgbClr val="16161A"/>
                </a:solidFill>
                <a:latin typeface="Arial"/>
              </a:defRPr>
            </a:pPr>
            <a:r>
              <a:t>Correct Answer: C</a:t>
            </a:r>
          </a:p>
          <a:p>
            <a:pPr algn="l">
              <a:defRPr sz="30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3000">
                <a:solidFill>
                  <a:srgbClr val="16161A"/>
                </a:solidFill>
                <a:latin typeface="Arial"/>
              </a:defRPr>
            </a:pPr>
            <a:r>
              <a:t>Explanation: Techs cannot alter prescriptions; they must alert the pharmacist.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11247120" cy="164592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bIns="1778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Q3: What is the correct sequence in pharmacy workflow?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457200"/>
            <a:ext cx="731520" cy="73152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A) Verification → Data entry → Prescription filling → Counseling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9184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B) Data entry → Prescription filling → Pharmacist verification → Counseling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C) Prescription filling → Data entry → Counseling → Pharmacist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5488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D) Counseling → Prescription filling → Data entry → Pharmacist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11247120" cy="164592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bIns="1778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Q3: What is the correct sequence in pharmacy workflow?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457200"/>
            <a:ext cx="731520" cy="73152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1247120" cy="32004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rIns="304800" tIns="228600" bIns="228600"/>
          <a:lstStyle/>
          <a:p>
            <a:pPr algn="l">
              <a:defRPr sz="30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  <a:p>
            <a:pPr algn="l">
              <a:defRPr sz="30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3000">
                <a:solidFill>
                  <a:srgbClr val="16161A"/>
                </a:solidFill>
                <a:latin typeface="Arial"/>
              </a:defRPr>
            </a:pPr>
            <a:r>
              <a:t>Explanation: Proper flow is entry → fill → pharmacist verify → counsel.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11247120" cy="164592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bIns="1778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Q4: Which law requires pharmacies to protect patient health information?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457200"/>
            <a:ext cx="731520" cy="73152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A) DEA regulations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9184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B) HIPAA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C) OBRA-90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5488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D) FDA guidelines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11247120" cy="164592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bIns="1778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Q4: Which law requires pharmacies to protect patient health information?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457200"/>
            <a:ext cx="731520" cy="73152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1247120" cy="32004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rIns="304800" tIns="228600" bIns="228600"/>
          <a:lstStyle/>
          <a:p>
            <a:pPr algn="l">
              <a:defRPr sz="30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  <a:p>
            <a:pPr algn="l">
              <a:defRPr sz="30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3000">
                <a:solidFill>
                  <a:srgbClr val="16161A"/>
                </a:solidFill>
                <a:latin typeface="Arial"/>
              </a:defRPr>
            </a:pPr>
            <a:r>
              <a:t>Explanation: HIPAA protects patient health 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11247120" cy="164592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bIns="1778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Q5: During medication reconciliation, the pharmacy technician’s role is to?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457200"/>
            <a:ext cx="731520" cy="73152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A) Adjust therapy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9184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B) Record and organize the patient’s current medication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C) Recommend discontinuation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5488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52400" bIns="152400"/>
          <a:lstStyle/>
          <a:p>
            <a:pPr>
              <a:defRPr sz="3000" i="1">
                <a:solidFill>
                  <a:srgbClr val="16161A"/>
                </a:solidFill>
                <a:latin typeface="Arial"/>
              </a:defRPr>
            </a:pPr>
            <a:r>
              <a:t>D) Substitute a cheaper drug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731520"/>
            <a:ext cx="11247120" cy="164592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 rIns="254000" tIns="177800" bIns="1778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Q5: During medication reconciliation, the pharmacy technician’s role is to?</a:t>
            </a:r>
          </a:p>
        </p:txBody>
      </p:sp>
      <p:sp>
        <p:nvSpPr>
          <p:cNvPr id="4" name="Oval 3"/>
          <p:cNvSpPr/>
          <p:nvPr/>
        </p:nvSpPr>
        <p:spPr>
          <a:xfrm>
            <a:off x="182880" y="457200"/>
            <a:ext cx="731520" cy="73152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11247120" cy="32004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762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 rIns="304800" tIns="228600" bIns="228600"/>
          <a:lstStyle/>
          <a:p>
            <a:pPr algn="l">
              <a:defRPr sz="30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  <a:p>
            <a:pPr algn="l">
              <a:defRPr sz="30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3000">
                <a:solidFill>
                  <a:srgbClr val="16161A"/>
                </a:solidFill>
                <a:latin typeface="Arial"/>
              </a:defRPr>
            </a:pPr>
            <a:r>
              <a:t>Explanation: Techs compile medication lists, not adjust therapy.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