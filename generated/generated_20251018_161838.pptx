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Q1: A) 0.005 mg?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0.05 mg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0.5 mg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5 mg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Q1: A) 0.005 mg?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Q2: A patient is prescribed metformin 500 mg tablets, with a dosage of 1 tablet twice daily (BID). The prescription is for 60 tablets. Calculate the day supply?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15 days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30 days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45 days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60 days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Q2: A patient is prescribed metformin 500 mg tablets, with a dosage of 1 tablet twice daily (BID). The prescription is for 60 tablets. Calculate the day supply?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Q3: A patient is prescribed 10 mL of an antibiotic suspension to be taken three times a day (TID). The prescription is for a 300 mL bottle. Calculate the day supply?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10 days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20 days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30 days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40 days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Q3: A patient is prescribed 10 mL of an antibiotic suspension to be taken three times a day (TID). The prescription is for a 300 mL bottle. Calculate the day supply?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Q4: A patient is prescribed an inhaler with a dosage of 2 puffs four times daily (QID). The inhaler contains 200 puffs. Calculate the day supply?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10 days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20 days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25 days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30 days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Q4: A patient is prescribed an inhaler with a dosage of 2 puffs four times daily (QID). The inhaler contains 200 puffs. Calculate the day supply?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Q5: A patient is prescribed 1 drop in each eye twice daily (BID). The eye drop bottle contains 10 mL, with each mL containing 20 drops. Calculate the day supply?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10 days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20 days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25 days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50 days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Q5: A patient is prescribed 1 drop in each eye twice daily (BID). The eye drop bottle contains 10 mL, with each mL containing 20 drops. Calculate the day supply?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Q6: A. 10 days?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20 days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25 days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30 days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Q6: A. 10 days?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Q7: A patient was prescribed 10 units at breakfast and supper daily. HUMULIN 30/70, 30% insulin injection, 70% insulin isophane, human biosynthetic (rDNA Origin). Available in a 10 mL vial, 100 units/mL. How many days will a vial last?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30 days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40 days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50 days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60 days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Q7: A patient was prescribed 10 units at breakfast and supper daily. HUMULIN 30/70, 30% insulin injection, 70% insulin isophane, human biosynthetic (rDNA Origin). Available in a 10 mL vial, 100 units/mL. How many days will a vial last?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Q8: A patient need 200 mg/per dose of suspension that is available as 100 mg/5mL. How many millilitres should be administered?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Option placeholder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Option placeholder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Option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Q8: A patient need 200 mg/per dose of suspension that is available as 100 mg/5mL. How many millilitres should be administered?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Q9: 5 mL/dose?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Option placeholder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Option placeholder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Option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Q9: 5 mL/dose?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Q10: A child weighing 33 lbs is prescribed amoxicillin at a dose of 50 mg/kg/day in a divided dose every 8 hours. Calculate the dose per administration?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Option placeholder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Option placeholder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Option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Q10: A child weighing 33 lbs is prescribed amoxicillin at a dose of 50 mg/kg/day in a divided dose every 8 hours. Calculate the dose per administration?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Q11: 165 mg?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Option placeholder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Option placeholder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Option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Q11: 165 mg?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Q12: A vial of chemotherapy doxorubicin is supplied to make 2 mg/mL solution. The vial contained 100 mg of powder and the patient was prescribed 50 mg dose.  Calculate the volume required to obtain the prescribed dose?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Option placeholder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Option placeholder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Option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Q12: A vial of chemotherapy doxorubicin is supplied to make 2 mg/mL solution. The vial contained 100 mg of powder and the patient was prescribed 50 mg dose.  Calculate the volume required to obtain the prescribed dose?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Q13: A patient is ordered to receive 1,000 mL of normal saline over 8 hours. The IV tubing has a drip factor of 15 drops per mL. Calculate the flow rate in mL/hr and gtt/min?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15 gtts/min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31 gtts/min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25 gtts/min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8 gtts/min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Q13: A patient is ordered to receive 1,000 mL of normal saline over 8 hours. The IV tubing has a drip factor of 15 drops per mL. Calculate the flow rate in mL/hr and gtt/min?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Q14: A patient is ordered to receive 1,000 mL of normal saline over 8 hours. The IV tubing has a drip factor of 15 drops per mL. Calculate the flow rate in mL/hr and gtt/min?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15 gtts/min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31 gtts/min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25 gtts/min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8 gtts/min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Q14: A patient is ordered to receive 1,000 mL of normal saline over 8 hours. The IV tubing has a drip factor of 15 drops per mL. Calculate the flow rate in mL/hr and gtt/min?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Q15: A patient is ordered to receive 1,000 mL of normal saline over 8 hours. The IV tubing has a drip factor of 15 drops per mL. Calculate the flow rate in mL/hr and gtt/min?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100 mL/hr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125 mL/hr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150 mL/hr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175 mL/hr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Q15: A patient is ordered to receive 1,000 mL of normal saline over 8 hours. The IV tubing has a drip factor of 15 drops per mL. Calculate the flow rate in mL/hr and gtt/min?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Q16: A patient needs an antibiotic infusion of 500 mL to be administered over 4 hours using an IV set with a drip factor of 20 drops per mL?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30.5 gtt/min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35.6 gtt/min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41.67 gtt/min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45.7 gtt/min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Q16: A patient needs an antibiotic infusion of 500 mL to be administered over 4 hours using an IV set with a drip factor of 20 drops per mL?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Q17: A drug solution has a ratio strength of 1:1000 (w/v). How many grams of the drug are in 500 mL of this solution?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0.5 grams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0.05 grams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0.005 grams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5 grams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Q17: A drug solution has a ratio strength of 1:1000 (w/v). How many grams of the drug are in 500 mL of this solution?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Q18: If a patient requires a 1:50 dilution of a medication and you need to prepare 100 mL of this solution, how much of the concentrated solution and how much of the diluent will you use?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2 mL concentrated solution, 98 mL diluent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1 mL concentrated solution, 99 mL diluent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5 mL concentrated solution, 95 mL diluent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10 mL concentrated solution, 90 mL diluent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Q18: If a patient requires a 1:50 dilution of a medication and you need to prepare 100 mL of this solution, how much of the concentrated solution and how much of the diluent will you use?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Q19: How much active ingredient is required to make 50 g of a 6% cream?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Option placeholder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Option placeholder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Option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Q19: How much active ingredient is required to make 50 g of a 6% cream?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Q20: How much of a 50% dextrose solution is needed to make 500 mL of a 10% dextrose solution?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100 mL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125 mL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150 mL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200 mL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Q20: How much of a 50% dextrose solution is needed to make 500 mL of a 10% dextrose solution?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Q21: How much of a 2% hydrocortisone cream is needed to prepare 30 grams of a 0.5% cream?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21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5 grams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7.5 grams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10 grams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15 grams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Q21: How much of a 2% hydrocortisone cream is needed to prepare 30 grams of a 0.5% cream?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21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Q22: How many milligrams of amoxicillin are in 100 mL of 250 mg/5mL suspension?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2500 mg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5000 mg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7500 mg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10,000 mg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Q22: How many milligrams of amoxicillin are in 100 mL of 250 mg/5mL suspension?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Q23: 5 g?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23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Option placeholder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Option placeholder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Option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Q23: 5 g?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23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A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Q24: How many milligrams of epinephrine is required to prepare 20 mL of epinephrine 1:200 solution?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Option placeholder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Option placeholder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Option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Q24: How many milligrams of epinephrine is required to prepare 20 mL of epinephrine 1:200 solution?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A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Q25: What is the final percentage of ZnO ointment made by mixing ZnO ointment of the following strengths: 200 grams of 10% + 50 grams of 20 % +100 grams of 5%?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Option placeholder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Option placeholder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Option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Q25: What is the final percentage of ZnO ointment made by mixing ZnO ointment of the following strengths: 200 grams of 10% + 50 grams of 20 % +100 grams of 5%?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Q26: The normal saline is 0.9% NaCl, which means?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9 g of sodium chloride in 100 mL of sterile water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0.9 g of sodium chloride in 100 mL of sterile water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0.9 g of sodium chloride in 1000 mL of sterile water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0.45 g of sodium chloride in 100 mL of sterile water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Q26: The normal saline is 0.9% NaCl, which means?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Q27: The D5W, which means?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27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0.9 g of dextrose in 100 mL of sterile water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5 g of dextrose in 100 mL of sterile water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5 g of dextrose in 1000 mL of sterile water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50 g of dextrose in 100 mL of sterile water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Q27: The D5W, which means?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27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Q28: Half normal saline is which means?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28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9 g of sodium chloride in 100 mL of sterile water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0.45 g of sodium chloride in 1000 mL of sterile water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0.9 g of sodium chloride in 1000 mL of sterile water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0.45 g of sodium chloride in 100 mL of sterile water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Q28: Half normal saline is which means?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28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Q29: How many grams of sodium chloride in 1 litre of normal saline?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29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90 g of sodium chloride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0.45 g of sodium chloride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0.9 g of sodium chloride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9 g of sodium chloride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Q29: How many grams of sodium chloride in 1 litre of normal saline?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29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Q30: Calculate the number of millimoles and milliequivalents in 0.9% sodium chloride (NaCl) solution if 1 liter is provided?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30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154 mM, 154 mEq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90 mM, 90 mEq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100 mM, 100 mEq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50 mM, 50 mEq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Q30: Calculate the number of millimoles and milliequivalents in 0.9% sodium chloride (NaCl) solution if 1 liter is provided?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30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Q31: Calculate the number of millimoles in 0.9% sodium chloride (NaCl) solution if 1 liter is provided?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31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154 mM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90 mM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100 mM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50 mM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Q31: Calculate the number of millimoles in 0.9% sodium chloride (NaCl) solution if 1 liter is provided?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31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Q32: Calculate the daily caloric requirement for a patient needing TPN, if the patient weighs 70 kg and requires 30 kcal/kg/day?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32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2100 kcal/day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1800 kcal/day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2500 kcal/day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2000 kcal/day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Q32: Calculate the daily caloric requirement for a patient needing TPN, if the patient weighs 70 kg and requires 30 kcal/kg/day?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32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Q33: The pharmacy cost of the drug for an over-the-counter drug is $2.00 and the sales price is $2.50. Calculate the markup on cost?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33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Option placeholder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Option placeholder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Option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Option placeholder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Q33: The pharmacy cost of the drug for an over-the-counter drug is $2.00 and the sales price is $2.50. Calculate the markup on cost?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33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