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Q1: 41. What is the maximum number of refills allowed for a prescription of Buprenorphine (Subutex), a Schedule III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No refills allowed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Up to three refills within six 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Unlimited refills within one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Q1: 41. What is the maximum number of refills allowed for a prescription of Buprenorphine (Subutex), a Schedule III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C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Q2: What is the maximum number of refills allowed for a prescription of Lorazepam (Ativan), a Schedule IV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No refills allowed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Up to three refills within six 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Unlimited refills within one year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Q2: What is the maximum number of refills allowed for a prescription of Lorazepam (Ativan), a Schedule IV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C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Q3: Which medication is classified as a Schedule III controlled substance and can be refilled up to five times within six months?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Morphine (MS Contin)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Codeine/Acetaminophen (Tylenol #3)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Clonazepam (Klonopin)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Fentanyl (Duragesic)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Q3: Which medication is classified as a Schedule III controlled substance and can be refilled up to five times within six months?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Q4: Which Schedule V controlled substance is commonly used to treat cough and can be refilled as authorized by the prescriber?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Oxycodone (OxyContin)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Pregabalin (Lyrica)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Diphenoxylate/Atropine (Lomotil)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Promethazine/Codeine (Phenergan with Codeine)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Q4: Which Schedule V controlled substance is commonly used to treat cough and can be refilled as authorized by the prescriber?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D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Q5: For a prescription of Fentanyl (Duragesic), a Schedule II drug, which of the following is required for dispensing?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It can be phoned in by the prescriber without any follow-up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A written or electronic prescription signed by the prescriber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It can be refilled up to five times within six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It can be transferred to another pharmacy for refills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Q5: For a prescription of Fentanyl (Duragesic), a Schedule II drug, which of the following is required for dispensing?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Q6: Which of the following elements must be verified to ensure the validity of a DEA number for a prescription of Oxycodone (OxyContin)?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The prescriber’s place of birth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The sum of the 1st, 3rd, and 5th digits plus twice the sum of the 2nd, 4th, and 6th digits matches the last digit of the DEA number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The prescriber’s medical school graduation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The prescriber’s phone number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Q6: Which of the following elements must be verified to ensure the validity of a DEA number for a prescription of Oxycodone (OxyContin)?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Q7: What is the maximum number of refills allowed for a prescription of Buprenorphine (Subutex), a Schedule III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No refills allowed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Up to three refills within six 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Unlimited refills within one year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Q7: What is the maximum number of refills allowed for a prescription of Buprenorphine (Subutex), a Schedule III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C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Q8: Which of the following is a requirement for dispensing Alprazolam (Xanax), a Schedule IV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It must be dispensed within 30 days of the prescription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It can be phoned in without any follow-up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The prescription must be written on tamper-resistant paper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It can be refilled unlimited times within one year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Q8: Which of the following is a requirement for dispensing Alprazolam (Xanax), a Schedule IV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Q9: What is required for the partial filling of a prescription for a Schedule II controlled substance like Morphine (MS Contin)?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Partial fills are not allowed under any circumstances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The remainder must be filled within 72 hours if the pharmacy is out of stock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The remainder can be filled within 30 days for all patients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Partial fills can be completed within 60 days for long-term care patients or patients with a terminal illness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Q9: What is required for the partial filling of a prescription for a Schedule II controlled substance like Morphine (MS Contin)?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Q10: Which medication, classified as Schedule V, can be refilled according to the prescriber’s authorization?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Oxycodone (Percocet)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Clonazepam (Klonopin)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Pregabalin (Lyrica)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Codeine/Promethazine (Phenergan with Codeine)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Q10: Which medication, classified as Schedule V, can be refilled according to the prescriber’s authorization?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C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Q11: Which of the following is a Schedule II controlled substance that requires a new prescription for each refill?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Alprazolam (Xanax)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Methylphenidate (Ritalin)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Buprenorphine (Subutex)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Diazepam (Valium)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Q11: Which of the following is a Schedule II controlled substance that requires a new prescription for each refill?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Q12: What is the maximum number of refills allowed for a prescription of Lorazepam (Ativan), a Schedule IV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No refills allowed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Up to three refills within six 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Unlimited refills within one year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Q12: What is the maximum number of refills allowed for a prescription of Lorazepam (Ativan), a Schedule IV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C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Q13: Which medication is classified as a Schedule III controlled substance and can be refilled up to five times within six months?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Morphine (MS Contin)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Codeine/Acetaminophen (Tylenol #3)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Clonazepam (Klonopin)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Fentanyl (Duragesic)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Q13: Which medication is classified as a Schedule III controlled substance and can be refilled up to five times within six months?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Q14: Which Schedule V controlled substance is commonly used to treat cough and can be refilled as authorized by the prescriber?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Oxycodone (OxyContin)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Pregabalin (Lyrica)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Diphenoxylate/Atropine (Lomotil)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Promethazine/Codeine (Phenergan with Codeine)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Q14: Which Schedule V controlled substance is commonly used to treat cough and can be refilled as authorized by the prescriber?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D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Q15: For a prescription of Fentanyl (Duragesic), a Schedule II drug, which of the following is required for dispensing?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It can be phoned in by the prescriber without any follow-up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A written or electronic prescription signed by the prescriber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It can be refilled up to five times within six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It can be transferred to another pharmacy for refills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Q15: For a prescription of Fentanyl (Duragesic), a Schedule II drug, which of the following is required for dispensing?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Q16: Which of the following elements must be verified to ensure the validity of a DEA number for a prescription of Oxycodone (OxyContin)?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The prescriber’s place of birth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The sum of the 1st, 3rd, and 5th digits plus twice the sum of the 2nd, 4th, and 6th digits matches the last digit of the DEA number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The prescriber’s medical school graduation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The prescriber’s phone number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Q16: Which of the following elements must be verified to ensure the validity of a DEA number for a prescription of Oxycodone (OxyContin)?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Q17: What is the maximum number of refills allowed for a prescription of Buprenorphine (Subutex), a Schedule III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No refills allowed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Up to three refills within six 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Up to five refills within six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Unlimited refills within one year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Q17: What is the maximum number of refills allowed for a prescription of Buprenorphine (Subutex), a Schedule III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C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Q18: Which of the following is a requirement for dispensing Alprazolam (Xanax), a Schedule IV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It must be dispensed within 30 days of the prescription 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It can be phoned in without any follow-up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The prescription must be written on tamper-resistant paper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It can be refilled unlimited times within one year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Q18: Which of the following is a requirement for dispensing Alprazolam (Xanax), a Schedule IV controlled substance?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A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Q19: What is required for the partial filling of a prescription for a Schedule II controlled substance like Morphine (MS Contin)?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Partial fills are not allowed under any circumstances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The remainder must be filled within 72 hours if the pharmacy is out of stock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The remainder can be filled within 30 days for all patients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Partial fills can be completed within 60 days for long-term care patients or patients with a terminal illness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Q19: What is required for the partial filling of a prescription for a Schedule II controlled substance like Morphine (MS Contin)?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B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Q20: Which medication, classified as Schedule V, can be refilled according to the prescriber’s authorization?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A) Oxycodone (Percocet)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B) Clonazepam (Klonopin)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C) Pregabalin (Lyrica)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190500" bIns="190500"/>
          <a:lstStyle/>
          <a:p>
            <a:pPr>
              <a:defRPr sz="2800" i="1">
                <a:solidFill>
                  <a:srgbClr val="16161A"/>
                </a:solidFill>
                <a:latin typeface="Arial"/>
              </a:defRPr>
            </a:pPr>
            <a:r>
              <a:t>D) Codeine/Promethazine (Phenergan with Codeine)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64008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17500" rIns="317500" tIns="254000" bIns="254000"/>
          <a:lstStyle/>
          <a:p>
            <a:pPr>
              <a:defRPr sz="3600" b="1">
                <a:solidFill>
                  <a:srgbClr val="16161A"/>
                </a:solidFill>
                <a:latin typeface="Arial"/>
              </a:defRPr>
            </a:pPr>
            <a:r>
              <a:t>Q20: Which medication, classified as Schedule V, can be refilled according to the prescriber’s authorization?</a:t>
            </a:r>
          </a:p>
        </p:txBody>
      </p:sp>
      <p:sp>
        <p:nvSpPr>
          <p:cNvPr id="4" name="Oval 3"/>
          <p:cNvSpPr/>
          <p:nvPr/>
        </p:nvSpPr>
        <p:spPr>
          <a:xfrm>
            <a:off x="137160" y="411480"/>
            <a:ext cx="822960" cy="82296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1247120" cy="2926080"/>
          </a:xfrm>
          <a:prstGeom prst="roundRect">
            <a:avLst>
              <a:gd name="adj" fmla="val 8000"/>
            </a:avLst>
          </a:prstGeom>
          <a:solidFill>
            <a:srgbClr val="F9F8F2"/>
          </a:solidFill>
          <a:ln w="101600">
            <a:solidFill>
              <a:srgbClr val="649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0" rIns="381000" tIns="317500" bIns="317500"/>
          <a:lstStyle/>
          <a:p>
            <a:pPr algn="l">
              <a:defRPr sz="2800" b="1" i="1">
                <a:solidFill>
                  <a:srgbClr val="16161A"/>
                </a:solidFill>
                <a:latin typeface="Arial"/>
              </a:defRPr>
            </a:pPr>
            <a:r>
              <a:t>Correct Answer: C</a:t>
            </a: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</a:p>
          <a:p>
            <a:pPr algn="l">
              <a:defRPr sz="2800">
                <a:solidFill>
                  <a:srgbClr val="16161A"/>
                </a:solidFill>
                <a:latin typeface="Arial"/>
              </a:defRPr>
            </a:pPr>
            <a:r>
              <a:t>Explanation: No explanation provided.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