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All 32 MCQs - Exact Format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All 32 MCQs - Exact Format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 patient is prescribed levothyroxine 50 micrograms (mcg). How many milligrams (mg) is this equivalent to?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 patient is prescribed levothyroxine 50 micrograms (mcg). How many milligrams (mg) is this equivalent to?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Correct Answer: B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Correct Answer: B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A patient is prescribed metformin 500 mg tablets, with a dosage of 1 tablet twice daily (BID). The prescription is for 60 tablets. Calculate the day supply.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45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60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A patient is prescribed metformin 500 mg tablets, with a dosage of 1 tablet twice daily (BID). The prescription is for 60 tablets. Calculate the day supply.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Correct Answer: B) 30 days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Correct Answer: B) 30 days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Q6: A patient is prescribed 10 mL of an antibiotic suspension to be taken three times a day (TID). The prescription is for a 300 mL bottle. Calculate the day supply.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40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Q6: A patient is prescribed 10 mL of an antibiotic suspension to be taken three times a day (TID). The prescription is for a 300 mL bottle. Calculate the day supply.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Q7: A patient is prescribed an inhaler with a dosage of 2 puffs four times daily (QID). The inhaler contains 200 puffs. Calculate the day supply.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30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Q7: A patient is prescribed an inhaler with a dosage of 2 puffs four times daily (QID). The inhaler contains 200 puffs. Calculate the day supply.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Q8: A patient is prescribed 1 drop in each eye twice daily (BID). The eye drop bottle contains 10 mL, with each mL containing 20 drops. Calculate the day supply.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days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Q8: A patient is prescribed 1 drop in each eye twice daily (BID). The eye drop bottle contains 10 mL, with each mL containing 20 drops. Calculate the day supply.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Q9: A patient is prescribed to apply 5 grams of a topical cream twice daily. The prescription is for a 100-gram tube. Calculate the day supply.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Q9: A patient is prescribed to apply 5 grams of a topical cream twice daily. The prescription is for a 100-gram tube. Calculate the day supply.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Q10: A patient was prescribed 10 units at breakfast and supper daily. HUMULIN 30/70, 30% insulin injection, 70% insulin isophane, human biosynthetic (rDNA Origin). Available in a 10 mL vial, 100 units/mL. How many days will a vial last?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30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40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50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60 days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Q10: A patient was prescribed 10 units at breakfast and supper daily. HUMULIN 30/70, 30% insulin injection, 70% insulin isophane, human biosynthetic (rDNA Origin). Available in a 10 mL vial, 100 units/mL. How many days will a vial last?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Q11: A patient need 200 mg/per dose of suspension that is available as 100 mg/5mL. How many millilitres should be administered?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5 mL/dose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10 mL/dose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20 mL/dose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200 mL/dose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Q11: A patient need 200 mg/per dose of suspension that is available as 100 mg/5mL. How many millilitres should be administered?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Q12: A child weighing 44 lbs is prescribed a medication at a dose of 5 mg/kg. The medication is available as 50 mg/mL. How many milliliters should be administered per dose?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Q12: A child weighing 44 lbs is prescribed a medication at a dose of 5 mg/kg. The medication is available as 50 mg/mL. How many milliliters should be administered per dose?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Q13: 5 mL/dose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 mL/dose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4 mL/dose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 mL/dose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Q13: 5 mL/dose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Q14: A child weighing 33 lbs is prescribed amoxicillin at a dose of 50 mg/kg/day in a divided dose every 8 hours. Calculate the dose per administration.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750 mg per dose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500 mg per dose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250 mg per dose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mg per dose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Q14: A child weighing 33 lbs is prescribed amoxicillin at a dose of 50 mg/kg/day in a divided dose every 8 hours. Calculate the dose per administration.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Q15: A patient weighs 70 kg and is 165 cm tall. The prescribed chemotherapy drug is a recommended dose of 240 mg/m2. Calculate the dose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Q15: A patient weighs 70 kg and is 165 cm tall. The prescribed chemotherapy drug is a recommended dose of 240 mg/m2. Calculate the dose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Q16: 165 mg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240 mg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432 mg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864 mg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Q16: 165 mg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Q17: A vial of chemotherapy doxorubicin is supplied to make 2 mg/mL solution. The vial contained 100 mg of powder and the patient was prescribed 50 mg dose.  Calculate the volume required to obtain the prescribed dose.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12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Q17: A vial of chemotherapy doxorubicin is supplied to make 2 mg/mL solution. The vial contained 100 mg of powder and the patient was prescribed 50 mg dose.  Calculate the volume required to obtain the prescribed dose.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Q18: A patient is ordered to receive 1,000 mL of normal saline over 8 hours. The IV tubing has a drip factor of 15 drops per mL. Calculate the flow rate in mL/hr and gtt/min.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 gtts/min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31 gtts/min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gtts/min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8 gtts/min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Q18: A patient is ordered to receive 1,000 mL of normal saline over 8 hours. The IV tubing has a drip factor of 15 drops per mL. Calculate the flow rate in mL/hr and gtt/min.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Q19: A patient is ordered to receive 1,000 mL of normal saline over 8 hours. The IV tubing has a drip factor of 15 drops per mL. Calculate the flow rate in mL/hr and gtt/min.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 gtts/min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31 gtts/min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gtts/min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8 gtts/min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Q19: A patient is ordered to receive 1,000 mL of normal saline over 8 hours. The IV tubing has a drip factor of 15 drops per mL. Calculate the flow rate in mL/hr and gtt/min.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Q20: A patient is ordered to receive 1,000 mL of normal saline over 8 hours. The IV tubing has a drip factor of 15 drops per mL. Calculate the flow rate in mL/hr and gtt/min.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100 mL/hr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125 mL/hr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150 mL/hr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175 mL/hr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Q20: A patient is ordered to receive 1,000 mL of normal saline over 8 hours. The IV tubing has a drip factor of 15 drops per mL. Calculate the flow rate in mL/hr and gtt/min.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Q21: Correct Answer: B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Q21: Correct Answer: B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Q22: A patient needs an antibiotic infusion of 500 mL to be administered over 4 hours using an IV set with a drip factor of 20 drops per mL.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30.5 gtt/min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35.6 gtt/min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41.67 gtt/min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45.7 gtt/min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Q22: A patient needs an antibiotic infusion of 500 mL to be administered over 4 hours using an IV set with a drip factor of 20 drops per mL.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Q23: Correct Answer: C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Q23: Correct Answer: C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Q24: A drug solution has a ratio strength of 1:1000 (w/v). How many grams of the drug are in 500 mL of this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0.5 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0.05 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0.005 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 grams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Q24: A drug solution has a ratio strength of 1:1000 (w/v). How many grams of the drug are in 500 mL of this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Q25: Correct Answer: A) 0.5 grams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Q25: Correct Answer: A) 0.5 grams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Q26: If a patient requires a 1:50 dilution of a medication and you need to prepare 100 mL of this solution, how much of the concentrated solution and how much of the diluent will you use?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 mL concentrated solution, 98 mL diluent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 mL concentrated solution, 99 mL diluent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5 mL concentrated solution, 95 mL diluent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10 mL concentrated solution, 90 mL diluent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Q26: If a patient requires a 1:50 dilution of a medication and you need to prepare 100 mL of this solution, how much of the concentrated solution and how much of the diluent will you use?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Q27: Correct Answer: A) 2 mL concentrated solution, 98 mL diluent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Q27: Correct Answer: A) 2 mL concentrated solution, 98 mL diluent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Q28: How much active ingredient is required to make 50 g of a 6%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6 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 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9 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12 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Q28: How much active ingredient is required to make 50 g of a 6%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Q29: How much of a 50% dextrose solution is needed to make 500 mL of a 10% dextrose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100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125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150 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200 mL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Q29: How much of a 50% dextrose solution is needed to make 500 mL of a 10% dextrose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Q30: Correct Answer: B) 125 mL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Q30: Correct Answer: B) 125 mL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Q31: How much of a 2% hydrocortisone cream is needed to prepare 30 grams of a 0.5%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5 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7.5 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 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15 grams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Q31: How much of a 2% hydrocortisone cream is needed to prepare 30 grams of a 0.5%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Q32: Correct Answer: C) 10 grams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Q32: Correct Answer: C) 10 grams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Q33: How many milligrams of amoxicillin are in 100 mL of 250 mg/5mL suspension?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2500 mg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5000 mg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7500 mg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10,000 mg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Q33: How many milligrams of amoxicillin are in 100 mL of 250 mg/5mL suspension?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Q34: Correct Answer:  B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Q34: Correct Answer:  B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Q35: How many grams of hydrocortisone powder is required to prepare 2 ounces of 2.5% hydrocortisone ointment?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Q35: How many grams of hydrocortisone powder is required to prepare 2 ounces of 2.5% hydrocortisone ointment?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Q36: 5 g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 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Correct Answer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Q36: 5 g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Q37: How many milligrams of epinephrine is required to prepare 20 mL of epinephrine 1:200 solution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50 mg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100 mg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250 mg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500 mg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Q37: How many milligrams of epinephrine is required to prepare 20 mL of epinephrine 1:200 solution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Q38: What is the final percentage of ZnO ointment made by mixing ZnO ointment of the following strengths: 200 grams of 10% + 50 grams of 20 % +100 grams of 5%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35%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15%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Q38: What is the final percentage of ZnO ointment made by mixing ZnO ointment of the following strengths: 200 grams of 10% + 50 grams of 20 % +100 grams of 5%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Q39: The normal saline is 0.9% NaCl,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9 g of sodium chloride in 100 mL of sterile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0.9 g of sodium chloride in 100 mL of sterile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0.9 g of sodium chloride in 1000 mL of sterile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0.45 g of sodium chloride in 100 mL of sterile water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Q39: The normal saline is 0.9% NaCl,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Q40: Correct Answer: B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Q40: Correct Answer: B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Q41: The D5W,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0.9 g of dextrose in 100 mL of sterile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5 g of dextrose in 100 mL of sterile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5 g of dextrose in 1000 mL of sterile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g of dextrose in 100 mL of sterile water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Q41: The D5W,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Q42: Correct Answer: B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Q42: Correct Answer: B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Q43: Half normal saline is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9 g of sodium chloride in 100 mL of sterile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0.45 g of sodium chloride in 1000 mL of sterile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0.9 g of sodium chloride in 1000 mL of sterile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0.45 g of sodium chloride in 100 mL of sterile water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Q43: Half normal saline is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Q44: Correct Answer: D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Q44: Correct Answer: D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Q45: How many grams of sodium chloride in 1 litre of normal saline?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90 g of sodium chloride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0.45 g of sodium chloride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0.9 g of sodium chloride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9 g of sodium chloride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Q45: How many grams of sodium chloride in 1 litre of normal saline?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Q46: Correct Answer: D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Q46: Correct Answer: D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Q47: Calculate the number of millimoles and milliequivalents in 0.9% sodium chloride (NaCl) solution if 1 liter is provided.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154 mM, 154 mEq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90 mM, 90 mEq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100 mM, 100 mEq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mM, 50 mEq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Q47: Calculate the number of millimoles and milliequivalents in 0.9% sodium chloride (NaCl) solution if 1 liter is provided.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Q48: Correct Answer: A) 154 mM, 154 mEq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Q48: Correct Answer: A) 154 mM, 154 mEq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Q49: Calculate the number of millimoles in 0.9% sodium chloride (NaCl) solution if 1 liter is provided.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154 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90 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100 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mM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Q49: Calculate the number of millimoles in 0.9% sodium chloride (NaCl) solution if 1 liter is provided.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Q50: Correct Answer: A) 154 mM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Q50: Correct Answer: A) 154 mM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Q51: Calculate the daily caloric requirement for a patient needing TPN, if the patient weighs 70 kg and requires 30 kcal/kg/day.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2100 kcal/day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1800 kcal/day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2500 kcal/day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2000 kcal/day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Q51: Calculate the daily caloric requirement for a patient needing TPN, if the patient weighs 70 kg and requires 30 kcal/kg/day.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Q52: Correct Answer: A) 2100 kcal/day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Q52: Correct Answer: A) 2100 kcal/day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Q53: The pharmacy cost of the drug for an over-the-counter drug is $2.00 and the sales price is $2.50. Calculate the markup on cost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50%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Q53: The pharmacy cost of the drug for an over-the-counter drug is $2.00 and the sales price is $2.50. Calculate the markup on cost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