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41.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41.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Ans: C) Up to five refills within six months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Ans: C) Up to five refills within six months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Ans: B) The sum of the 1st, 3rd, and 5th digits plus twice the sum of the 2nd, 4th, and 6th digits matches the last digit of the DEA number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The prescriber’s phone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Ans: B) The sum of the 1st, 3rd, and 5th digits plus twice the sum of the 2nd, 4th, and 6th digits matches the last digit of the DEA number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Oxycodone (OxyContin)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Codeine/Guaifenesin (Robitussin 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refilled up to five times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requires a new written prescription for each 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Verify the DEA number using the checksum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Hydromorphone (Dilaudid)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Alprazolam (Xanax)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Codeine/Guaifenesin (Robitussin 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refilled up to five times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requires a new written prescription for each 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Hydromorphone (Dilaudid)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Alprazolam (Xanax)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refilled up to five times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requires a new written prescription for each 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Verify the DEA number using the checksum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Hydromorphone (Dilaudid)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Alprazolam (Xanax)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Codeine/Guaifenesin (Robitussin 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refilled up to five times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Pregabalin (Lyrica)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Methylphenidate (Ritalin)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Pregabalin (Lyrica)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Methylphenidate (Ritalin)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Pregabalin (Lyrica)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Q63: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Methylphenidate (Ritalin)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Q64: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Q65: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Q66: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Q67: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Q68: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Q69: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Q70: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Q71: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Q72: Ans: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N/A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