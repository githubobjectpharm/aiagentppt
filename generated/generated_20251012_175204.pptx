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Which of the following tasks may only be performed by a pharmacist?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Counting and labeling tablets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Final verification of a filled prescription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Stocking medication shelves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Entering patient demographics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Which of the following tasks may only be performed by a pharmacist?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Only pharmacists perform the final accuracy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pharmacy technician notices a possible drug interaction while entering a prescription. What should they do?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Change the prescription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Ignore it if the patient used it 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Alert the pharmacist immediately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Call the prescriber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pharmacy technician notices a possible drug interaction while entering a prescription. What should they do?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Techs cannot alter prescriptions; they must alert the pharmacist.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What is the correct sequence in pharmacy workflow?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Verification → Data entry → Prescription filling → Counseling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Data entry → Prescription filling → Pharmacist verification → Counseling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Prescription filling → Data entry → Counseling → Pharmacist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Counseling → Prescription filling → Data entry → Pharmacist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What is the correct sequence in pharmacy workflow?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Proper flow is entry → fill → pharmacist verify → counsel.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law requires pharmacies to protect patient health information?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DEA regulations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HIPAA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OBRA-90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FDA guidelines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law requires pharmacies to protect patient health information?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HIPAA protects patient health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During medication reconciliation, the pharmacy technician’s role is to?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Adjust therapy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Record and organize the patient’s current medication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Recommend discontinuation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Substitute a cheaper drug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During medication reconciliation, the pharmacy technician’s role is to?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Techs compile medication lists, not adjust therapy.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